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Puerto de Entrada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la red y herramientas asistidas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escribir una linea de interfaz, entender que pasa cuando escribes una direccion y presionas Enter.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 a 3.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7824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2E2E5C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1540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teoricas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practicas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 autonomas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Caldas  ·  Programacion Web 1 (235G8F)  ·  Semestre 2026-2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 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modulo va primero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3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los errores confusos del semestre se explican por algo de este modulo.</a:t>
            </a:r>
            <a:endParaRPr lang="en-US" sz="1350" dirty="0"/>
          </a:p>
          <a:p>
            <a:pPr marL="342900" indent="-342900">
              <a:lnSpc>
                <a:spcPts val="1823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navegador no carga tu imagen, cuando la API devuelve 401, cuando la pagina se ve bien en tu maquina y mal en otra: es esto.</a:t>
            </a:r>
            <a:endParaRPr lang="en-US" sz="1350" dirty="0"/>
          </a:p>
          <a:p>
            <a:pPr marL="342900" indent="-342900">
              <a:lnSpc>
                <a:spcPts val="1823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leer peticiones reales en las herramientas del navegador, no diapositivas sobre peticiones.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508760"/>
            <a:ext cx="5303520" cy="960120"/>
          </a:xfrm>
          <a:prstGeom prst="roundRect">
            <a:avLst>
              <a:gd name="adj" fmla="val 8571"/>
            </a:avLst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63677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5392" y="1965960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web y protocolo HTTP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651760"/>
            <a:ext cx="5303520" cy="960120"/>
          </a:xfrm>
          <a:prstGeom prst="roundRect">
            <a:avLst>
              <a:gd name="adj" fmla="val 8571"/>
            </a:avLst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277977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65392" y="3108960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semantico y accesibilidad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3794760"/>
            <a:ext cx="5303520" cy="960120"/>
          </a:xfrm>
          <a:prstGeom prst="roundRect">
            <a:avLst>
              <a:gd name="adj" fmla="val 8571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392277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5392" y="4251960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tecnico y asistentes de codigo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566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el modulo entregas la Mision 01: una ficha de personaje en HTML puro, sin una sola linea de CSS.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 · 2 h TEORICAS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cliente-servidor</a:t>
            </a:r>
            <a:endParaRPr lang="en-US" sz="3000" dirty="0"/>
          </a:p>
        </p:txBody>
      </p:sp>
      <p:pic>
        <p:nvPicPr>
          <p:cNvPr id="4" name="Image 0" descr="/sessions/relaxed-eloquent-cori/mnt/Web 1/recursos/d01-cliente-servid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IETF RFC 9110, HTTP Semantics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 · PROTOCOLO 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una peticion y una respuesta</a:t>
            </a:r>
            <a:endParaRPr lang="en-US" sz="3000" dirty="0"/>
          </a:p>
        </p:txBody>
      </p:sp>
      <p:pic>
        <p:nvPicPr>
          <p:cNvPr id="4" name="Image 0" descr="/sessions/relaxed-eloquent-cori/mnt/Web 1/recursos/d02-http-anatom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las herramientas del navegador en la pestana Red y compara con una peticion real.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 · LO QUE MAS SE USA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 y codigos de estado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02920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 Traer un recurso. Sin efectos.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 Crear algo nuevo.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 Reemplazar por completo.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 Modificar una parte.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 Eliminar.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es idempotente: llamarlo 10 veces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 el mismo resultado que 1 vez.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no lo es. Por eso al recargar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formulario el navegador pregunta.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731520"/>
          </a:xfrm>
          <a:prstGeom prst="roundRect">
            <a:avLst>
              <a:gd name="adj" fmla="val 11250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6565392" y="163677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 Exito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5392" y="1965960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· 201 Created · 204 No Content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350008"/>
            <a:ext cx="5303520" cy="731520"/>
          </a:xfrm>
          <a:prstGeom prst="roundRect">
            <a:avLst>
              <a:gd name="adj" fmla="val 11250"/>
            </a:avLst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47802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 Redireccion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65392" y="2807208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permanente · 304 no modificado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191256"/>
            <a:ext cx="5303520" cy="731520"/>
          </a:xfrm>
          <a:prstGeom prst="roundRect">
            <a:avLst>
              <a:gd name="adj" fmla="val 11250"/>
            </a:avLst>
          </a:prstGeom>
          <a:solidFill>
            <a:srgbClr val="FF4D6D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3319272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 Error del cliente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364845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· 401 · 403 · 404 · 422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4032504"/>
            <a:ext cx="5303520" cy="731520"/>
          </a:xfrm>
          <a:prstGeom prst="roundRect">
            <a:avLst>
              <a:gd name="adj" fmla="val 11250"/>
            </a:avLst>
          </a:prstGeom>
          <a:solidFill>
            <a:srgbClr val="2E2E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160520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 Error del servidor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5392" y="4489704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· 502 · 503. No es culpa tuya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0235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el codigo correcto no es cosmetico: los navegadores, los buscadores y las caches toman decisiones distintas segun el codigo.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2 · HTML5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semantica de un documento</a:t>
            </a:r>
            <a:endParaRPr lang="en-US" sz="3000" dirty="0"/>
          </a:p>
        </p:txBody>
      </p:sp>
      <p:pic>
        <p:nvPicPr>
          <p:cNvPr id="4" name="Image 0" descr="/sessions/relaxed-eloquent-cori/mnt/Web 1/recursos/d03-html-semanti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WHATWG HTML Living Standard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2 · POR QUE IMPORTA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contenido, dos veces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 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class="top"&gt;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class="big"&gt;Mi juego&lt;/div&gt;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class="links"&gt;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&lt;div&gt;&lt;a href="#"&gt;Inicio&lt;/a&gt;&lt;/div&gt;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class="mid"&gt;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class="card"&gt;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class="ttl"&gt;Nivel 1&lt;/div&gt;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&lt;div&gt;Texto...&lt;/div&gt;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0F0F1F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 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1938528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&lt;h1&gt;Mi juego&lt;/h1&gt;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href="#"&gt;Inicio&lt;/a&gt;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&lt;h2&gt;Nivel 1&lt;/h2&gt;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&lt;p&gt;Texto...&lt;/p&gt;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4807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se pueden ver identicos con CSS. Solo el segundo funciona con un lector de pantalla, solo el segundo lo entiende Google, y solo el segundo lo entiende tu companero de equipo dentro de seis meses.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2 · WCAG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Accesibilidad: no es un extra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2E2E5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219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Perceptible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percibir por mas de un sentido. Texto alternativo en imagenes, contraste suficiente, subtitulos.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2E2E5C"/>
          </a:solidFill>
          <a:ln/>
        </p:spPr>
      </p:sp>
      <p:sp>
        <p:nvSpPr>
          <p:cNvPr id="10" name="Shape 8"/>
          <p:cNvSpPr/>
          <p:nvPr/>
        </p:nvSpPr>
        <p:spPr>
          <a:xfrm>
            <a:off x="3584448" y="170992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4448" y="22219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84448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usar sin mouse. Todo alcanzable con teclado, sin trampas de foco, tiempo suficiente.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2E2E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170992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2219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claro, comportamiento predecible, errores de formulario que expliquen que hacer.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50876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2E2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3728" y="170992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1" name="Text 19"/>
          <p:cNvSpPr/>
          <p:nvPr/>
        </p:nvSpPr>
        <p:spPr>
          <a:xfrm>
            <a:off x="925372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22219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53728" y="26974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tecnologias de asistencia presentes y futuras. Marcado valido.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0507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Colombia la Ley 1618 de 2013 y la Resolucion 1519 de 2020 exigen accesibilidad en sitios de entidades publicas. Es requisito legal, no buena voluntad.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principios de WCAG 2.2, en el orden en que conviene revisarlos.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3 · POSICIONAMIENTO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tecnico: lo que si controlas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titulo unico y descriptivo por pagina, no 'Inicio' en las treinta.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meta descripcion que de verdad describa; es lo que se lee en el resultado.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h1 por pagina y jerarquia sin saltos.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legibles: /juegos/memoria y no /p?id=4827.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Imagenes con texto alternativo, que sirve para accesibilidad y para busqueda de imagenes.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Rendimiento: la velocidad es factor de posicionamiento declarado.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46304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2F3F7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controlas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18120" y="2029968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cambia, la competencia cambia, y nadie de fuera de Google sabe los pesos exactos.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bien lo tecnico, que es medible y estable, y desconfia de cualquiera que te prometa el primer puesto.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10235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Google Search Central, SEO Starter Guide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3 · LA REGLA DEL SEMESTRE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 before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pedirle codigo a un asistente, escribe en una frase que debe hacer, con que entradas, que debe devolver y que pasa cuando algo sale mal. Si no puedes escribir eso, no sabes todavia lo que quieres, y el asistente te va a dar algo que parece correcto.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0F0F1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peticion vaga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172968"/>
            <a:ext cx="4937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"hazme un juego de memoria"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Te da 200 lineas que casi funcionan.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sabes cual parte esta mal.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Depurar cuesta mas que escribirlo.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97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0F0F1F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3172968"/>
            <a:ext cx="4937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"funcion mezclar(arreglo)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devuelve un arreglo nuevo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 los mismos elementos en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orden aleatorio uniforme.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muta la entrada.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Usa Fisher-Yates."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14807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especificacion es tambien tu criterio de auditoria: sin ella no tienes contra que comparar lo que te devolvio.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3 · USO HONESTO DE LA 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Donde el asistente ayuda y donde estorba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82496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bien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repetitivo y andamiaje. Conversiones de formato. Recordar sintaxis que olvidaste. Explicar un mensaje de error. Escribir pruebas de casos obvios.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4D6D"/>
          </a:solidFill>
          <a:ln/>
        </p:spPr>
      </p:sp>
      <p:sp>
        <p:nvSpPr>
          <p:cNvPr id="8" name="Text 6"/>
          <p:cNvSpPr/>
          <p:nvPr/>
        </p:nvSpPr>
        <p:spPr>
          <a:xfrm>
            <a:off x="6419088" y="1682496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mal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19088" y="2176272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tu dominio, que no conoce. Casos borde. Seguridad. Decisiones de arquitectura. Cualquier cosa donde 'parece correcto' y 'es correcto' se separan.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616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76472"/>
            <a:ext cx="10424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curso: todo codigo de IA se declara en IA.md, con que le pediste, que te dio, que estaba mal y que corregiste. Sin declarar se califica en CERO y no admite reintento. Declararlo NO baja tu nota.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competencia que evalua este curso es tu capacidad de auditar. Sin la declaracion no hay nada que evaluar.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0" y="384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XP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38404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2E5C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84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 de trabajo autonomo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personaje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ficha de un personaje de videojuego como pagina HTML, sin una sola linea de CSS. La restriccion es el punto: una pagina bien marcada se ve razonable sin estilos, y una mal marcada se ve como una lista de basura.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 TENER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imagen con texto alternativo descriptivo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estadisticas y lista de habilidades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en varios parrafos con jerarquia correcta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 con etiquetas asociadas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XP ESPECIFICOS DEL MODULO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el validador del W3C sin errores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Jerarquia de encabezados sin saltos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seccion, no div genericos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alternativo y etiquetas utiles (5)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937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SECUNDARIA (+25 XP):  100/100 en accesibilidad con Lighthouse. Habilita la insignia de Acceso para todos.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OFICIAL Y LITERATURA REVISADA POR PARES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este modulo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· RFC 9110: HTTP Semantics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rfc-editor.org/rfc/rfc9110.html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· RFC 9112: HTTP/1.1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rfc-editor.org/rfc/rfc9112.html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An overview of HTTP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developer.mozilla.org/en-US/docs/Web/HTTP/Guides/Overview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WHATWG · HTML Living Standard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html.spec.whatwg.org/multipage/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· WCAG 2.2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w3.org/TR/WCAG22/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· How to Meet WCAG (Quick Reference)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w3.org/WAI/WCAG22/quickref/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7220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Central · SEO Starter Guide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developers.google.com/search/docs/fundamentals/seo-starter-guide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Prather et al. (2023) · The robots are here. ITiCSE-WGR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doi.org/10.1145/3623762.3633499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Denny et al. (2024) · Computing education in the era of generative AI. CACM 67(2)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doi.org/10.1145/3624720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enlaces y DOI verificados el 4 de agosto de 2026.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proxima sesion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F4D6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ENTREGA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01 — Ficha de personaje.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medianoche del dia anterior a la sesion 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2286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— La cascada, el modelo de caja y la especificidad.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si, CSS.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708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tu ficha funcionando: en la sesion 4 le vamos a poner estilos a tu propio HTML. Si no lo entregaste, vas a maquetar el de alguien mas.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todo codigo de IA se declara en IA.md. Sin declarar = 0 y sin reintento.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Programacion Web 1 - 235G8F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Universidad de Caldas</dc:creator>
  <cp:lastModifiedBy>Universidad de Caldas</cp:lastModifiedBy>
  <cp:revision>1</cp:revision>
  <dcterms:created xsi:type="dcterms:W3CDTF">2026-08-04T19:44:39Z</dcterms:created>
  <dcterms:modified xsi:type="dcterms:W3CDTF">2026-08-04T19:44:39Z</dcterms:modified>
</cp:coreProperties>
</file>