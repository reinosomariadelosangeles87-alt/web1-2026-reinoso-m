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Sala de Maquinas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Interactividad algoritmica y asincronismo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modulo mas largo y el mas difficil del curso. Recibe el doble de horas que los demas por una razon: aqui es donde casi todo el mundo se estrella.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7 a 11.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7824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2E2E5C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1540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 teoricas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 practicas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 autonomas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Caldas  ·  Programacion Web 1 (235G8F)  ·  Semestre 2026-2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7 A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este modulo recibe el doble de horas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asincronismo es lo que mas cuesta entender y lo que mas vas a usar el resto de tu carrera. Si algo del semestre se retrasa, se recorta de otro lado antes que de aqui.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4D6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05456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7 · JavaScript moderno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1055217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Ambito, funciones flecha, metodos de arreglo, inmutabilidad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4ECDC4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163824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8 · DOM, eventos y bucle de juego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493008"/>
            <a:ext cx="1055217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Delegacion, requestAnimationFrame, delta de tiempo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822192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9 · Modulos y bucle de eventos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" y="4151376"/>
            <a:ext cx="1055217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de llamadas, colas de tareas, micro y macrotareas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FF4D6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4480560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10 · Promesas y APIs REST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" y="4809744"/>
            <a:ext cx="1055217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Promise.all, manejo de errores de 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010912"/>
            <a:ext cx="11064240" cy="566928"/>
          </a:xfrm>
          <a:prstGeom prst="roundRect">
            <a:avLst>
              <a:gd name="adj" fmla="val 14516"/>
            </a:avLst>
          </a:prstGeom>
          <a:solidFill>
            <a:srgbClr val="2E2E5C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138928"/>
            <a:ext cx="10552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11 · TypeScript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5468112"/>
            <a:ext cx="10552176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como especificacion ejecutable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616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559552"/>
            <a:ext cx="10424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misiones en este modulo: memoria (03), trivia con API (04) y migracion a TypeScript (05).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7 · PROGRAMACION FUNCIONAL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metodos que reemplazan tus ciclos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943600" cy="3017520"/>
          </a:xfrm>
          <a:prstGeom prst="roundRect">
            <a:avLst>
              <a:gd name="adj" fmla="val 2424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4864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asi lo hacias antes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vivos = [];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enemigos.length; i++)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(enemigos[i].vida &gt; 0)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vivos.push(enemigos[i]);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asi se hace ahora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vivos = enemigos.filter(e =&gt; e.vida &gt; 0);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66560" y="1508760"/>
            <a:ext cx="4846320" cy="713232"/>
          </a:xfrm>
          <a:prstGeom prst="roundRect">
            <a:avLst>
              <a:gd name="adj" fmla="val 11538"/>
            </a:avLst>
          </a:prstGeom>
          <a:solidFill>
            <a:srgbClr val="F2F3F7"/>
          </a:solidFill>
          <a:ln/>
        </p:spPr>
      </p:sp>
      <p:sp>
        <p:nvSpPr>
          <p:cNvPr id="8" name="Text 6"/>
          <p:cNvSpPr/>
          <p:nvPr/>
        </p:nvSpPr>
        <p:spPr>
          <a:xfrm>
            <a:off x="7022592" y="1636776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22592" y="1965960"/>
            <a:ext cx="4334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cada elemento. Devuelve un arreglo del mismo tamano.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4846320" cy="713232"/>
          </a:xfrm>
          <a:prstGeom prst="roundRect">
            <a:avLst>
              <a:gd name="adj" fmla="val 11538"/>
            </a:avLst>
          </a:prstGeom>
          <a:solidFill>
            <a:srgbClr val="F2F3F7"/>
          </a:solidFill>
          <a:ln/>
        </p:spPr>
      </p:sp>
      <p:sp>
        <p:nvSpPr>
          <p:cNvPr id="11" name="Text 9"/>
          <p:cNvSpPr/>
          <p:nvPr/>
        </p:nvSpPr>
        <p:spPr>
          <a:xfrm>
            <a:off x="7022592" y="2450592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22592" y="2779776"/>
            <a:ext cx="4334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con los que cumplen. Devuelve uno mas corto o igual.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3136392"/>
            <a:ext cx="4846320" cy="713232"/>
          </a:xfrm>
          <a:prstGeom prst="roundRect">
            <a:avLst>
              <a:gd name="adj" fmla="val 11538"/>
            </a:avLst>
          </a:prstGeom>
          <a:solidFill>
            <a:srgbClr val="F2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7022592" y="3264408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22592" y="3593592"/>
            <a:ext cx="4334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Colapsa todo a un solo valor: suma, maximo, agrupacion.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66560" y="3950208"/>
            <a:ext cx="4846320" cy="713232"/>
          </a:xfrm>
          <a:prstGeom prst="roundRect">
            <a:avLst>
              <a:gd name="adj" fmla="val 11538"/>
            </a:avLst>
          </a:prstGeom>
          <a:solidFill>
            <a:srgbClr val="F2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7022592" y="4078224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 some / every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22592" y="4407408"/>
            <a:ext cx="4334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uno, saber si hay alguno, saber si todos.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7375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devuelven un arreglo NUEVO y no tocan el original. Esa es la propiedad que evita los errores que no se pueden reproducir.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8 · EL CORAZON DE TODO JUEGO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bucle de juego</a:t>
            </a:r>
            <a:endParaRPr lang="en-US" sz="3000" dirty="0"/>
          </a:p>
        </p:txBody>
      </p:sp>
      <p:pic>
        <p:nvPicPr>
          <p:cNvPr id="4" name="Image 0" descr="/sessions/relaxed-eloquent-cori/mnt/Web 1/recursos/d11-game-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MDN Web Docs, Anatomy of a video game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8 · REQUESTANIMATIONFRAME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animes con setInterval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 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937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MAL: no se sincroniza con la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pantalla, sigue corriendo en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pestanas ocultas, se desfasa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setInterval(() =&gt;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nave.x += 5;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dibujar();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16);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F0F1F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 SI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1938528"/>
            <a:ext cx="49377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previo = 0;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bucle(ahora) {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dt = (ahora - previo) / 1000;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previo = ahora;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nave.x += VELOCIDAD * dt;   // px/s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dibujar();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requestAnimationFrame(bucle);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requestAnimationFrame(bucle);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3505200" cy="1600200"/>
          </a:xfrm>
          <a:prstGeom prst="roundRect">
            <a:avLst>
              <a:gd name="adj" fmla="val 5714"/>
            </a:avLst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19709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sincroniza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690872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justo antes de que la pantalla se refresque. Sin parpadeos ni saltos.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8160" y="3977640"/>
            <a:ext cx="3505200" cy="1600200"/>
          </a:xfrm>
          <a:prstGeom prst="roundRect">
            <a:avLst>
              <a:gd name="adj" fmla="val 5714"/>
            </a:avLst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4529328" y="419709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pausa solo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29328" y="4690872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pestana no esta visible, el navegador lo detiene. Ahorra bateria.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7680" y="3977640"/>
            <a:ext cx="3505200" cy="1600200"/>
          </a:xfrm>
          <a:prstGeom prst="roundRect">
            <a:avLst>
              <a:gd name="adj" fmla="val 5714"/>
            </a:avLst>
          </a:prstGeom>
          <a:solidFill>
            <a:srgbClr val="FF4D6D"/>
          </a:solidFill>
          <a:ln/>
        </p:spPr>
      </p:sp>
      <p:sp>
        <p:nvSpPr>
          <p:cNvPr id="17" name="Text 15"/>
          <p:cNvSpPr/>
          <p:nvPr/>
        </p:nvSpPr>
        <p:spPr>
          <a:xfrm>
            <a:off x="8308848" y="419709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delta de tiempo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08848" y="4690872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por dt hace que el juego corra igual en una maquina lenta y en una rapida.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9 · EL CONCEPTO CENTRAL DEL MODULO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bucle de eventos</a:t>
            </a:r>
            <a:endParaRPr lang="en-US" sz="3000" dirty="0"/>
          </a:p>
        </p:txBody>
      </p:sp>
      <p:pic>
        <p:nvPicPr>
          <p:cNvPr id="4" name="Image 0" descr="/sessions/relaxed-eloquent-cori/mnt/Web 1/recursos/d06-event-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80160"/>
            <a:ext cx="10332720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MDN Web Docs, JavaScript execution model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9 · MICRO Y MACROTAREAS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Prediga la salida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2468880"/>
          </a:xfrm>
          <a:prstGeom prst="roundRect">
            <a:avLst>
              <a:gd name="adj" fmla="val 2963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imprime, y en que orden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3035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console.log("1");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console.log("2"), 0);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console.log("3"));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console.log("4");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150876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16162E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1783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1  4  3  2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12280" y="25603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codigo sincrono corre primero (1 y 4). Luego se vacia la cola de microtareas (3, la promesa). Solo al final entra la macrotarea (2, el setTimeout), aunque su espera fuera de cero milisegundos.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793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entiendes por que el 2 va al final, entendiste el bucle de eventos. Es la pregunta mas frecuente en entrevistas tecnicas de frontend.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10 · PARALELO VS SECUENCIAL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error de rendimiento que mas voy a 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secuencial · 300 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937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peticiones, una tras otra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Total: 300 ms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await fetch(url1);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await fetch(url2);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 = await fetch(url3);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0F0F1F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paralelo · 100 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49377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las 3 al mismo tiempo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Total: 100 ms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[a, b, c] = await Promise.all([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fetch(url1), fetch(url2), fetch(url3),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await secuencial solo cuando la segunda peticion NECESITA el resultado de la primera. Si son independientes y las esperas en fila, estas triplicando el tiempo de carga sin ninguna razon.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7823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falla si UNA falla. Si quieres el resultado de las que si funcionaron, usa Promise.allSettled.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10 · MANEJO DE ERRORES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va a fallar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3566160"/>
          </a:xfrm>
          <a:prstGeom prst="roundRect">
            <a:avLst>
              <a:gd name="adj" fmla="val 2051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patron completo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48640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traerPreguntas()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r = await fetch(URL);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fetch NO lanza en 404 o 500: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hay que revisar r.ok a mano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(!r.ok)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Error(`HTTP ${r.status}`);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r.json();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mostrarError(e);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[];   // degradar con gracia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trampa de fetch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0" y="20116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solo rechaza la promesa si la peticion no salio: sin red, DNS caido, CORS. Un 404 o un 500 se consideran respuestas exitosas del protocolo, asi que tu catch nunca se entera.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revisas r.ok, tu codigo va a intentar leer datos de una pagina de error y va a fallar en un lugar completamente distinto, con un mensaje que no tiene nada que 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4ECDC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8523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Mision 04 califico con especial atencion que ve el usuario cuando la API tarda, falla o devuelve datos incompletos. Pruebalo desconectando el wifi.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11 · TYPESCRIPT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tipos son una especificacion ejecutable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tipos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JavaScript: compila y explota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danio(atacante, objetivo)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atacante.fuerza - objetivo.armadura;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danio(heroe, undefined);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NaN, y el juego se rompe 3 pantallas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despues, sin decirte por que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F0F1F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tipos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Combatiente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fuerza: number;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armadura: number;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danio(a: Combatiente,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o: Combatiente): number {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a.fuerza - o.armadura;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error aparece AL ESCRIBIRLO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esta la conexion con specs before code del modulo 1: un tipo es la especificacion que la maquina puede verificar. Y es tu mejor defensa contra el codigo plausible pero incorrecto que produce un asistente de IA, porque el compilador no se deja convencer por codigo que se ve bien.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2395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Microsoft, The TypeScript Handbook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0" y="384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XP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38404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2E5C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84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 de trabajo autonomo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Juego de memoria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clasico de voltear cartas y buscar parejas, con JavaScript puro y sin librerias. El detalle de que no se puedan voltear tres cartas a la vez parece trivial y es donde casi todos fallan: revela si entendiste que los eventos llegan mientras una animacion esta en curso.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 TENER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Mezclado aleatorio correcto de las cartas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estado: nunca tres cartas volteadas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intentos y deteccion de victoria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Temporizador de la partida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XP ESPECIFICOS DEL MODULO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Fisher-Yates real, no sort con random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centralizado, no repartido en el DOM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Delegacion de eventos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errores en consola en una partida (5)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0" y="384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XP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38404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2E5C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84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 de trabajo autonomo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Trivia con API externa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juego de preguntas que consume una API publica real. Aqui lo que separa un ejercicio de clase de algo que podrias mostrar es el manejo de errores: que ve el usuario cuando la API tarda cinco segundos, devuelve un 500, o manda datos con un campo faltante.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 TENER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una API publica real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visibles de carga, exito y error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con opciones y puntaje acumulado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final de la partida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XP ESPECIFICOS DEL MODULO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estados son visibles en la interfaz (6)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con try/catch real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donde corresponde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con responsabilidades claras (4)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937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SECUNDARIA (+25 XP):  Cache con sessionStorage para no repetir peticiones identicas.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0" y="384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XP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38404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2E5C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84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 de trabajo autonomo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Migracion a TypeScript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tu propia Mision 04 y la migras a TypeScript en modo estricto, sin usar any. El entregable de verdad es la lista de errores que el compilador encontro en codigo que tu creias correcto: casi siempre aparecen dos o tres que habrian fallado en produccion.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 TENER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Mision 04, migrada por completo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estricto activo en tsconfig.json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para las respuestas de la API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README: cada error que encontro el compilador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XP ESPECIFICOS DEL MODULO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any, explicito o implicito (6)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 API con interfaces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limpio en modo estricto (5)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 errores es real y comentada (4)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937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SECUNDARIA (+25 XP):  Pruebas unitarias con Vitest a la logica de puntaje.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OFICIAL Y LITERATURA REVISADA POR PARES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este modulo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Ecma International · ECMAScript Language Specification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262.ecma-international.org/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JavaScript Guide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developer.mozilla.org/en-US/docs/Web/JavaScript/Guide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JavaScript modules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developer.mozilla.org/en-US/docs/Web/JavaScript/Guide/Modules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JavaScript execution model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developer.mozilla.org/en-US/docs/Web/JavaScript/Reference/Execution_model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Using the Fetch API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developer.mozilla.org/en-US/docs/Web/API/Fetch_API/Using_Fetch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Anatomy of a video game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developer.mozilla.org/en-US/docs/Games/Anatomy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7220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requestAnimationFrame()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developer.mozilla.org/en-US/docs/Web/API/Window/requestAnimationFrame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Canvas API tutorial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developer.mozilla.org/en-US/docs/Web/API/Canvas_API/Tutorial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The TypeScript Handbook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typescriptlang.org/docs/handbook/intro.html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enlaces y DOI verificados el 4 de agosto de 2026.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proxima sesion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F4D6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ENTREGA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Misiones 03, 04 y 05, en las sesiones 8, 10 y 11.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modulo con mas carga del semestre.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4ECDC4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745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6520" y="228600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4 — React y Next.js.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sentiste el dolor de manejar el DOM a mano. React existe por eso.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370832"/>
            <a:ext cx="10424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de este modulo no quedo claro, dimelo antes de entrar al modulo 4: React asume que el asincronismo ya lo entiendes.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Recuerda: todo codigo de IA se declara en IA.md. Sin declarar = 0 y sin reintento.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Programacion Web 1 - 235G8F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Universidad de Caldas</dc:creator>
  <cp:lastModifiedBy>Universidad de Caldas</cp:lastModifiedBy>
  <cp:revision>1</cp:revision>
  <dcterms:created xsi:type="dcterms:W3CDTF">2026-08-04T19:44:42Z</dcterms:created>
  <dcterms:modified xsi:type="dcterms:W3CDTF">2026-08-04T19:44:42Z</dcterms:modified>
</cp:coreProperties>
</file>