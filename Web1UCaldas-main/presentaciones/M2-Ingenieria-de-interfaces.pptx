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Taller de Diseno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de interfaces y frameworks de utilidad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ya esta bien estructurado. Ahora lo hacemos ver bien y funcionar en cualquier pantalla.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4 a 6.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7824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2E2E5C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1540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teoricas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practicas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 autonomas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·  Programacion Web 1 (235G8F)  ·  Semestre 2026-2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4 A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mas comun de este modulo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el CSS como una coleccion de trucos memorizados: probar propiedades hasta que algo se vea bien, sin saber por que funciono. Lo vamos a tratar como el sistema de reglas que en realidad 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F2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67004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1821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cascada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310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por que tu regla no se aplica, en lugar de agregar !important y seguir.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8160" y="246888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F2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29328" y="267004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Text 10"/>
          <p:cNvSpPr/>
          <p:nvPr/>
        </p:nvSpPr>
        <p:spPr>
          <a:xfrm>
            <a:off x="452932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9328" y="31821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sistema correcto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9328" y="3657600"/>
            <a:ext cx="310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para un eje, Grid para dos. No son intercambiables.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2468880"/>
            <a:ext cx="3505200" cy="2194560"/>
          </a:xfrm>
          <a:prstGeom prst="roundRect">
            <a:avLst>
              <a:gd name="adj" fmla="val 4167"/>
            </a:avLst>
          </a:prstGeom>
          <a:solidFill>
            <a:srgbClr val="F2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8848" y="2670048"/>
            <a:ext cx="402336" cy="40233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5"/>
          <p:cNvSpPr/>
          <p:nvPr/>
        </p:nvSpPr>
        <p:spPr>
          <a:xfrm>
            <a:off x="830884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8848" y="3182112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Disenar desde el movil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08848" y="3657600"/>
            <a:ext cx="3102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pantalla pequena hacia arriba, y no al contrario.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la Mision 02 dos veces: el mismo diseno con CSS a mano y con Tailwind. Comparar tus dos soluciones es donde esta el aprendizaje.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4 · LA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tu regla no se aplica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los estilos del navegador pierden contra los tuyos, los del autor contra los del usuario con !important.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Especificidad: un id vale mas que una clase, y una clase mas que una etiqueta.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aparicion: entre reglas de igual especificidad, gana la ultima.</a:t>
            </a:r>
            <a:endParaRPr lang="en-US" sz="1300" dirty="0"/>
          </a:p>
          <a:p>
            <a:pPr marL="342900" indent="-342900">
              <a:lnSpc>
                <a:spcPts val="1755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Herencia: algunas propiedades bajan a los hijos (color, font) y otras no (border, padding).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50876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0F0F1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quien gana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37960" y="1984248"/>
            <a:ext cx="484632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especificidad 0-0-1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blue;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especificidad 0-1-0 -&gt; GANA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.texto { color: red;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especificidad 1-0-0 -&gt; GANA MAS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#unico { color: green;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!important gana a todo.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 lo necesitas, casi siempre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 senal de un problema antes. */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566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W3C, CSS Cascading and Inheritance Level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4 · TODO ELEMENTO ES UNA CAJA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caja</a:t>
            </a:r>
            <a:endParaRPr lang="en-US" sz="3000" dirty="0"/>
          </a:p>
        </p:txBody>
      </p:sp>
      <p:pic>
        <p:nvPicPr>
          <p:cNvPr id="4" name="Image 0" descr="/sessions/relaxed-eloquent-cori/mnt/Web 1/recursos/d04-box-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box-sizing: border-box, width incluye el relleno y el borde. Casi siempre es lo que quieres.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5 · MAQUETACION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y Grid: cuando usar cada uno</a:t>
            </a:r>
            <a:endParaRPr lang="en-US" sz="3000" dirty="0"/>
          </a:p>
        </p:txBody>
      </p:sp>
      <p:pic>
        <p:nvPicPr>
          <p:cNvPr id="4" name="Image 0" descr="/sessions/relaxed-eloquent-cori/mnt/Web 1/recursos/d05-flexbox-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W3C CSS Flexible Box Layout Level 1 y CSS Grid Layout Level 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5 · EJERCICIO EN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tablero de ajedrez con Grid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3108960"/>
          </a:xfrm>
          <a:prstGeom prst="roundRect">
            <a:avLst>
              <a:gd name="adj" fmla="val 2353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ocho por ocho, en diez lineas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577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.tablero {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repeat(8, 1fr);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grid-template-rows: repeat(8, 1fr);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aspect-ratio: 1;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min(90vw, 600px);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.casilla:nth-child(odd)  { background: #eee; }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.casilla:nth-child(even) { background: #333; 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ejercicio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20116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Grid son diez lineas. Con posiciones absolutas serian cien y no se adaptaria. Con una tabla funcionaria, pero le estarias diciendo al lector de pantalla que es informacion tabular cuando no lo es.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codigo mas corto suele ser tambien el mas correcto semanticamente. No es coincidencia.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91947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fr reparte el espacio disponible. repeat() evita escribir la misma medida ocho veces.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6 · DISENO ADAPTABLE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Mobile-first: por que ese orden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pequeno a grande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0292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Base: movil. Sin media query.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.tablero { grid-template-columns: 1fr;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Tableta y arriba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48rem)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.tablero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2fr 1fr;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Escritorio */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75rem) { ... 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636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lo pequeno obliga a priorizar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5392" y="1965960"/>
            <a:ext cx="4791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360px de ancho solo cabe lo esencial. Decides que importa antes de tener espacio para adornos.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6974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82549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Anadir es mas facil que quitar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5392" y="3154680"/>
            <a:ext cx="4791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de movil a escritorio es sumar. Al contrario, es desarmar reglas que ya se pisan entre si.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88620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4D6D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401421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donde esta la gente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4343400"/>
            <a:ext cx="4791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mayoria del trafico web mundial es movil. Tu juego se va a jugar en un telefono.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109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rem en los puntos de quiebre, no px: respeta el tamano de letra que el usuario configuro en su sistema.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6 · CLASES DE UTILIDAD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Tailwind: que problema resuelve de verdad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que crece sin control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377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class="tarjeta"&gt;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en otro archivo, 2000 lineas mas */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.tarjeta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1rem;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.5rem;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nadie se atreve a borrarla: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quien sabe donde mas se usa */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0F0F1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utilidades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49377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class="p-4 rounded-lg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bg-white shadow"&gt;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 hay otro archivo.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Borras el elemento y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 van sus estilos con el.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El costo: el HTML se llena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 clases. Es un intercambio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real, no una mejora gratis. */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109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conviene: equipos y proyectos que crecen. Cuando es exagerado: una pagina de tres secciones. Sabras la diferencia despues de entregar la Mision 02 en las dos formas.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6 · GENERACION DE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 la IA si es buena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maquetacion es probablemente el terreno donde los asistentes son mas utiles: es codigo repetitivo, con patrones muy documentados, y el resultado se verifica mirando la pantalla. Aprovechalo, con dos condiciones.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734056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 1: verifica la semantica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22783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asistentes tienden a producir div anidados donde iba un elemento de seccion. El resultado se ve igual y es peor. Revisa el marcado, no solo el aspecto.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5146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2734056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 2: verifica la accesibilidad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19088" y="3227832"/>
            <a:ext cx="4992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insuficiente, botones sin nombre accesible, foco invisible. Son fallos que la IA comete mucho y que no se ven hasta que alguien no puede usar tu pagina.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0566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generado va declarado en IA.md, con el error que encontraste y como lo corregiste.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de juego adaptable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Maquetas la interfaz completa de un juego de mesa, todavia sin JavaScript. Se entrega DOS VECES: una version con CSS a mano y otra con Tailwind. La comparacion es el entregable de verdad.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en cuadricula, panel de puntajes y controles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tres tamanos de pantalla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 movil se reorganiza, no solo se encoge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README: cual mantendrias en un ano y por que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usa Grid, no tabla ni absolutos (6)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con quiebres razonados (6)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magicos repetidos (4)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comparacion es reflexiva, no generica (4)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SECUNDARIA (+25 XP):  Anade un tema oscuro que respete prefers-color-scheme.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OFICIAL Y LITERATURA REVISADA POR PARES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este modulo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· CSS Cascading and Inheritance Level 5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w3.org/TR/css-cascade-5/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· CSS Flexible Box Layout Module Level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w3.org/TR/css-flexbox-1/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· CSS Grid Layout Module Level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w3.org/TR/css-grid-1/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Basic concepts of flexbox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developer.mozilla.org/en-US/docs/Web/CSS/Guides/Flexible_box_layout/Basic_concepts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CSS grid layout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developer.mozilla.org/en-US/docs/Web/CSS/Guides/Grid_layout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7220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Styling with utility classes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tailwindcss.com/docs/styling-with-utility-classes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7220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Responsive design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tailwindcss.com/docs/responsive-design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Lazy loading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developer.mozilla.org/en-US/docs/Web/Performance/Guides/Lazy_loading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enlaces y DOI verificados el 4 de agosto de 2026.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proxima sesion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F4D6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ENTREGA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02 — Tablero adaptable, en sus dos versiones.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medianoche del dia anterior a la sesion 7.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3 — JavaScript. El modulo mas largo y el mas dificil del curso.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sesiones.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708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modulo 3 tiene el doble de horas que este por una razon. Llega descansado a la sesion 7.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todo codigo de IA se declara en IA.md. Sin declarar = 0 y sin reintento.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Programacion Web 1 - 235G8F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Universidad de Caldas</dc:creator>
  <cp:lastModifiedBy>Universidad de Caldas</cp:lastModifiedBy>
  <cp:revision>1</cp:revision>
  <dcterms:created xsi:type="dcterms:W3CDTF">2026-08-04T19:44:41Z</dcterms:created>
  <dcterms:modified xsi:type="dcterms:W3CDTF">2026-08-04T19:44:41Z</dcterms:modified>
</cp:coreProperties>
</file>